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914400"/>
            <a:ext cx="5486400" cy="5486400"/>
          </a:xfrm>
          <a:prstGeom prst="ellipse">
            <a:avLst/>
          </a:prstGeom>
          <a:solidFill>
            <a:srgbClr val="28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ONLINE E-COMMERCE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D2FF"/>
                </a:solidFill>
                <a:latin typeface="Calibri"/>
              </a:defRPr>
            </a:pPr>
            <a:r>
              <a:t>Sellers list products  |  Buyers purchase  |  Admins manage the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68580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8250"/>
                </a:solidFill>
                <a:latin typeface="Calibri"/>
              </a:defRPr>
            </a:pPr>
            <a:r>
              <a:t>REVIEW 1  -  Project Structure, Database Design, JDBC &amp; UI/UX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Role-based dashboards for Admin / Seller / Buyer  |  Java Swing + JDBC + MySQL 8.0</a:t>
            </a:r>
            <a:br/>
            <a:r>
              <a:t>Database: ecommerce_db  |  6 Tables  |  DAO Pattern  |  Collections &amp; Multithreading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6464"/>
                </a:solidFill>
                <a:latin typeface="Calibri"/>
              </a:defRPr>
            </a:pPr>
            <a:r>
              <a:t>Team: abhishek.25scse1010473@galgotiasuniversity.ac.in   |   Deadline: 15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126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A0B9DC"/>
                </a:solidFill>
                <a:latin typeface="Calibri"/>
              </a:defRPr>
            </a:pPr>
            <a:r>
              <a:t>© 2024 GUVI Geek Network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  |  Problem Statement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1E"/>
                </a:solidFill>
                <a:latin typeface="Calibri"/>
              </a:defRPr>
            </a:pPr>
            <a:r>
              <a:t>Goal: Develop an e-commerce platform where sellers can list products, buyers can purchase</a:t>
            </a:r>
            <a:br/>
            <a:r>
              <a:t>products, and administrators can manage the overall system. Each user type will have a dedicated</a:t>
            </a:r>
            <a:br/>
            <a:r>
              <a:t>dashboard to manage their activities and view relevant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1000" b="1">
                <a:solidFill>
                  <a:srgbClr val="1E1E1E"/>
                </a:solidFill>
                <a:latin typeface="Calibri"/>
              </a:rPr>
              <a:t>User Management</a:t>
            </a:r>
            <a:r>
              <a:rPr sz="900">
                <a:solidFill>
                  <a:srgbClr val="646464"/>
                </a:solidFill>
                <a:latin typeface="Calibri"/>
              </a:rPr>
              <a:t>  Admin manages user accounts and roles (name, email, role) with confirmation messages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1000" b="1">
                <a:solidFill>
                  <a:srgbClr val="1E1E1E"/>
                </a:solidFill>
                <a:latin typeface="Calibri"/>
              </a:rPr>
              <a:t>Product Management</a:t>
            </a:r>
            <a:r>
              <a:rPr sz="900">
                <a:solidFill>
                  <a:srgbClr val="646464"/>
                </a:solidFill>
                <a:latin typeface="Calibri"/>
              </a:rPr>
              <a:t>  Admin oversees listings (name, description, price) to ensure compliance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1000" b="1">
                <a:solidFill>
                  <a:srgbClr val="1E1E1E"/>
                </a:solidFill>
                <a:latin typeface="Calibri"/>
              </a:rPr>
              <a:t>Order Management</a:t>
            </a:r>
            <a:r>
              <a:rPr sz="900">
                <a:solidFill>
                  <a:srgbClr val="646464"/>
                </a:solidFill>
                <a:latin typeface="Calibri"/>
              </a:rPr>
              <a:t>  Manage order processing and fulfillment with status updates (PENDING to SHIPPED to DELIVERED)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1000" b="1">
                <a:solidFill>
                  <a:srgbClr val="1E1E1E"/>
                </a:solidFill>
                <a:latin typeface="Calibri"/>
              </a:rPr>
              <a:t>Seller Capabilities</a:t>
            </a:r>
            <a:r>
              <a:rPr sz="900">
                <a:solidFill>
                  <a:srgbClr val="646464"/>
                </a:solidFill>
                <a:latin typeface="Calibri"/>
              </a:rPr>
              <a:t>  Product Listing, Inventory Management, Order Processing, Sales Performance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1000" b="1">
                <a:solidFill>
                  <a:srgbClr val="1E1E1E"/>
                </a:solidFill>
                <a:latin typeface="Calibri"/>
              </a:rPr>
              <a:t>Buyer Capabilities</a:t>
            </a:r>
            <a:r>
              <a:rPr sz="900">
                <a:solidFill>
                  <a:srgbClr val="646464"/>
                </a:solidFill>
                <a:latin typeface="Calibri"/>
              </a:rPr>
              <a:t>  Product Browsing (search &amp; filter), Purchase, Order Tracking, Wishlist, Account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914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024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3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1E"/>
                </a:solidFill>
                <a:latin typeface="Calibri"/>
              </a:defRPr>
            </a:pPr>
            <a:r>
              <a:t>Admin / Seller / Buyer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57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67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3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1E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200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10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6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11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1E"/>
                </a:solidFill>
                <a:latin typeface="Calibri"/>
              </a:defRPr>
            </a:pPr>
            <a:r>
              <a:t>MySQL ecommerce_db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34340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4531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1E1E"/>
                </a:solidFill>
                <a:latin typeface="Calibri"/>
              </a:defRPr>
            </a:pPr>
            <a:r>
              <a:t>Java 26 + Swing + JDBC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|  User Types &amp;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Admin  |  Seller  |  Buyer  -  Each with dedicated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68680"/>
            <a:ext cx="3520440" cy="5394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86868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520440" cy="27432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Manages Users, Products &amp;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User Mgmt: Input (name,email,role) to Confirmation to Manage accounts/roles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Product Mgmt: Input (name,desc,price) to Confirmation to Oversee listings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Order Mgmt: Input (order details) to Status updates to Manage fulfillment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868680"/>
            <a:ext cx="3520440" cy="5394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86868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143000"/>
            <a:ext cx="3520440" cy="274320"/>
          </a:xfrm>
          <a:prstGeom prst="rect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9326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170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Lists Products, Manages 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Product Listing: Input (name,desc,price) to Confirmation to Create &amp; manage listings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88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Inventory Mgmt: Input (inventory details) to Inventory updates to Track &amp; manage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0233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Order Processing: Input (order details) to Status updates to Process &amp; fulfill 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868680"/>
            <a:ext cx="3520440" cy="5394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868680"/>
            <a:ext cx="3520440" cy="548640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143000"/>
            <a:ext cx="3520440" cy="27432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9326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17043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Calibri"/>
              </a:defRPr>
            </a:pPr>
            <a:r>
              <a:t>Browses, Purchases, Tracks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544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Product Browsing: Input (search &amp; filter) to List of products to Browse &amp;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889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Purchase Products: Input (selected products) to Order confirmation to Purchase &amp; confirm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0233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6464"/>
                </a:solidFill>
                <a:latin typeface="Calibri"/>
              </a:defRPr>
            </a:pPr>
            <a:r>
              <a:t>●  Order Tracking: Input (order details) to Status updates to Track status &amp;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03  |  System Architecture - 3-Tier Layered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Presentation to Business Logic to Data Access to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09728" cy="868680"/>
          </a:xfrm>
          <a:prstGeom prst="roundRect">
            <a:avLst>
              <a:gd name="adj" fmla="val 30000"/>
            </a:avLst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10789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12471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C78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Swing GUI  |  ECommerceGUI</a:t>
            </a:r>
            <a:br/>
            <a:r>
              <a:t>Login + 3 Dashboards</a:t>
            </a:r>
            <a:br/>
            <a:r>
              <a:t>CardLayout + JTables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325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1E3C78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1929384"/>
            <a:ext cx="228600" cy="256032"/>
          </a:xfrm>
          <a:prstGeom prst="downArrow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221992"/>
            <a:ext cx="109728" cy="868680"/>
          </a:xfrm>
          <a:prstGeom prst="roundRect">
            <a:avLst>
              <a:gd name="adj" fmla="val 30000"/>
            </a:avLst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221992"/>
            <a:ext cx="10789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2951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250"/>
                </a:solidFill>
                <a:latin typeface="Calibri"/>
              </a:defRPr>
            </a:pPr>
            <a:r>
              <a:t>Business Logic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AuthService, InventoryService</a:t>
            </a:r>
            <a:br/>
            <a:r>
              <a:t>Validation, Stock Alerts</a:t>
            </a:r>
            <a:br/>
            <a:r>
              <a:t>Streams &amp; Generics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008250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099816"/>
            <a:ext cx="228600" cy="256032"/>
          </a:xfrm>
          <a:prstGeom prst="downArrow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392424"/>
            <a:ext cx="109728" cy="868680"/>
          </a:xfrm>
          <a:prstGeom prst="roundRect">
            <a:avLst>
              <a:gd name="adj" fmla="val 30000"/>
            </a:avLst>
          </a:prstGeom>
          <a:solidFill>
            <a:srgbClr val="78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3392424"/>
            <a:ext cx="10789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7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6557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83CA0"/>
                </a:solidFill>
                <a:latin typeface="Calibri"/>
              </a:defRPr>
            </a:pPr>
            <a:r>
              <a:t>Data Access Layer (DAO)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124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DAO Interfaces + Impl</a:t>
            </a:r>
            <a:br/>
            <a:r>
              <a:t>JDBC + PreparedStatement</a:t>
            </a:r>
            <a:br/>
            <a:r>
              <a:t>DBConnection (Singleton)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6667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83CA0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600" y="4270248"/>
            <a:ext cx="228600" cy="256032"/>
          </a:xfrm>
          <a:prstGeom prst="downArrow">
            <a:avLst/>
          </a:prstGeom>
          <a:solidFill>
            <a:srgbClr val="78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562856"/>
            <a:ext cx="109728" cy="868680"/>
          </a:xfrm>
          <a:prstGeom prst="roundRect">
            <a:avLst>
              <a:gd name="adj" fmla="val 30000"/>
            </a:avLst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562856"/>
            <a:ext cx="10789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B4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360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45000"/>
                </a:solidFill>
                <a:latin typeface="Calibri"/>
              </a:defRPr>
            </a:pPr>
            <a:r>
              <a:t>Database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828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  <a:latin typeface="Calibri"/>
              </a:defRPr>
            </a:pPr>
            <a:r>
              <a:t>MySQL 8.0  |  ecommerce_db</a:t>
            </a:r>
            <a:br/>
            <a:r>
              <a:t>6 Tables + FK + Indexes</a:t>
            </a:r>
            <a:br/>
            <a:r>
              <a:t>schema.sql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8371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B45000"/>
                </a:solidFill>
                <a:latin typeface="Calibri"/>
              </a:defRPr>
            </a:pPr>
            <a:r>
              <a:t>Layer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6464"/>
                </a:solidFill>
                <a:latin typeface="Calibri"/>
              </a:defRPr>
            </a:pPr>
            <a:r>
              <a:t>Tech Stack:  Java 26  |  Swing (UI)  |  JDBC (mysql-connector-j 8.0.33)  |  MySQL 8.0  |  VS Code  |  Git/GitHub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04  |  Module Breakdown &amp;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src/com/ecommerce/*  |  Modular, role-wise separation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6EB4"/>
                </a:solidFill>
                <a:latin typeface="Calibri"/>
              </a:defRPr>
            </a:pPr>
            <a:r>
              <a:t>model/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6464"/>
                </a:solidFill>
                <a:latin typeface="Calibri"/>
              </a:defRPr>
            </a:pPr>
            <a:r>
              <a:t>POJOs &amp; Enums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User (abstract) to Admin, Seller, Buyer</a:t>
            </a:r>
            <a:br/>
            <a:r>
              <a:t>Product, Order, OrderItem, Role</a:t>
            </a:r>
            <a:br/>
            <a:r>
              <a:t>Encapsulation + Inheritance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05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1430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250"/>
                </a:solidFill>
                <a:latin typeface="Calibri"/>
              </a:defRPr>
            </a:pPr>
            <a:r>
              <a:t>dao/ + dao/impl/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41732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6464"/>
                </a:solidFill>
                <a:latin typeface="Calibri"/>
              </a:defRPr>
            </a:pPr>
            <a:r>
              <a:t>Data Access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Interfaces: UserDAO, ProductDAO, OrderDAO</a:t>
            </a:r>
            <a:br/>
            <a:r>
              <a:t>Impl: JDBC + PreparedStatement</a:t>
            </a:r>
            <a:br/>
            <a:r>
              <a:t>Exception Handling (SQLException)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0584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14300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5A00"/>
                </a:solidFill>
                <a:latin typeface="Calibri"/>
              </a:defRPr>
            </a:pPr>
            <a:r>
              <a:t>service/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41732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6464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AuthService (login/register, fallback)</a:t>
            </a:r>
            <a:br/>
            <a:r>
              <a:t>InventoryService (ConcurrentHashMap)</a:t>
            </a:r>
            <a:br/>
            <a:r>
              <a:t>Generics &amp; Streams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370332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7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384048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83CA0"/>
                </a:solidFill>
                <a:latin typeface="Calibri"/>
              </a:defRPr>
            </a:pPr>
            <a:r>
              <a:t>util/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11480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6464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38912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DBConnection (Singleton)</a:t>
            </a:r>
            <a:br/>
            <a:r>
              <a:t>DriverManager.getConnection</a:t>
            </a:r>
            <a:br/>
            <a:r>
              <a:t>Config: URL, USER, PASSWORD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05050"/>
                </a:solidFill>
                <a:latin typeface="Calibri"/>
              </a:defRPr>
            </a:pPr>
            <a:r>
              <a:t>ui/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3337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6464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89120"/>
            <a:ext cx="3337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ECommerceGUI extends JFrame</a:t>
            </a:r>
            <a:br/>
            <a:r>
              <a:t>CardLayout: LOGIN / ADMIN / SELLER / BUYER</a:t>
            </a:r>
            <a:br/>
            <a:r>
              <a:t>JTables, Tabs, Search &amp;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05  |  Core Java Concepts - OOP in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Inheritance  |  Polymorphism  |  Abstraction  |  Encapsulation  |  Exception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Inheritance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abstract class User to Admin, Seller, Buyer</a:t>
            </a:r>
            <a:br/>
            <a:r>
              <a:t>Code reuse, hierarchy, is-a 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User.java:42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96012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abstract methods getDashboardType(), displayInfo()</a:t>
            </a:r>
            <a:br/>
            <a:r>
              <a:t>Interfaces UserDAO, ProductDAO, OrderDAO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User.java / dao/*.java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96012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Polymorphism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UserDAO to UserDAOImpl (JDBC)</a:t>
            </a:r>
            <a:br/>
            <a:r>
              <a:t>User reference holds Admin/Seller/Buyer</a:t>
            </a:r>
            <a:br/>
            <a:r>
              <a:t>Method overriding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UserDAOImpl.java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Encapsulation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Private fields + getters/setters</a:t>
            </a:r>
            <a:br/>
            <a:r>
              <a:t>Controlled access,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Product.java, Order.java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794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Exception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69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try-with-resources, SQLException</a:t>
            </a:r>
            <a:br/>
            <a:r>
              <a:t>AuthService fallback to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577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DBConnection.java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703320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Composition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690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Order contains List&lt;OrderItem&gt;</a:t>
            </a:r>
            <a:br/>
            <a:r>
              <a:t>InventoryService has ConcurrentHashMap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577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008250"/>
                </a:solidFill>
                <a:latin typeface="Calibri"/>
              </a:defRPr>
            </a:pPr>
            <a:r>
              <a:t>Order.java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06  |  Database Design - ecommerce_db (6 Tables)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MySQL 8.0  |  Foreign Keys  |  ENUMs  |  Indexes  |  Dummy Data</a:t>
            </a:r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07  |  Database Connectivity - JDBC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DBConnection (Singleton)  |  PreparedStatement  |  DAO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7132320" cy="457200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DCDCDC"/>
                </a:solidFill>
                <a:latin typeface="Consolas"/>
              </a:defRPr>
            </a:pPr>
            <a:r>
              <a:t>   // util/DBConnection.java - Singleton</a:t>
            </a:r>
            <a:br/>
            <a:r>
              <a:t>   public static synchronized DBConnection getInstance() {</a:t>
            </a:r>
            <a:br/>
            <a:r>
              <a:t>     if (instance == null) instance = new DBConnection();</a:t>
            </a:r>
            <a:br/>
            <a:r>
              <a:t>     return instance;</a:t>
            </a:r>
            <a:br/>
            <a:r>
              <a:t>   }</a:t>
            </a:r>
            <a:br/>
            <a:r>
              <a:t>   public Connection getConnection() throws SQLException {</a:t>
            </a:r>
            <a:br/>
            <a:r>
              <a:t>     return DriverManager.getConnection(URL, USER, PASSWORD);</a:t>
            </a:r>
            <a:br/>
            <a:r>
              <a:t>   }</a:t>
            </a:r>
            <a:br/>
            <a:r>
              <a:t>   // dao/impl/UserDAOImpl.java - PreparedStatement</a:t>
            </a:r>
            <a:br/>
            <a:r>
              <a:t>   String sql = "INSERT INTO users (name,email,password,role) VALUES (?,?,?,?)";</a:t>
            </a:r>
            <a:br/>
            <a:r>
              <a:t>   try (Connection conn = DBConnection.getInstance().getConnection();</a:t>
            </a:r>
            <a:br/>
            <a:r>
              <a:t>        PreparedStatement ps = conn.prepareStatement(sql)) {</a:t>
            </a:r>
            <a:br/>
            <a:r>
              <a:t>     ps.setString(1, user.getName());</a:t>
            </a:r>
            <a:br/>
            <a:r>
              <a:t>     ps.setString(2, user.getEmail());</a:t>
            </a:r>
            <a:br/>
            <a:r>
              <a:t>     ps.setString(4, user.getRole().name());</a:t>
            </a:r>
            <a:br/>
            <a:r>
              <a:t>     return ps.executeUpdate() &gt; 0;</a:t>
            </a:r>
            <a:br/>
            <a:r>
              <a:t>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Why This Design?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3444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Driver Loading</a:t>
            </a:r>
            <a:r>
              <a:rPr sz="750">
                <a:solidFill>
                  <a:srgbClr val="646464"/>
                </a:solidFill>
                <a:latin typeface="Calibri"/>
              </a:rPr>
              <a:t>  Class.forName(com.mysql.cj.jdbc.Driver)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Singleton</a:t>
            </a:r>
            <a:r>
              <a:rPr sz="750">
                <a:solidFill>
                  <a:srgbClr val="646464"/>
                </a:solidFill>
                <a:latin typeface="Calibri"/>
              </a:rPr>
              <a:t>  Single DBConnection instance - thread-safe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PreparedStatement</a:t>
            </a:r>
            <a:r>
              <a:rPr sz="750">
                <a:solidFill>
                  <a:srgbClr val="646464"/>
                </a:solidFill>
                <a:latin typeface="Calibri"/>
              </a:rPr>
              <a:t>  Prevents SQL injection vs Statement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try-with-resources</a:t>
            </a:r>
            <a:r>
              <a:rPr sz="750">
                <a:solidFill>
                  <a:srgbClr val="646464"/>
                </a:solidFill>
                <a:latin typeface="Calibri"/>
              </a:rPr>
              <a:t>  Auto-close Connection/Statement/ResultSet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DAO Pattern</a:t>
            </a:r>
            <a:r>
              <a:rPr sz="750">
                <a:solidFill>
                  <a:srgbClr val="646464"/>
                </a:solidFill>
                <a:latin typeface="Calibri"/>
              </a:rPr>
              <a:t>  Separation: Interface to Impl (JDBC)</a:t>
            </a: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800">
                <a:solidFill>
                  <a:srgbClr val="1E3C78"/>
                </a:solidFill>
              </a:rPr>
              <a:t>● </a:t>
            </a:r>
            <a:r>
              <a:rPr sz="850" b="1">
                <a:solidFill>
                  <a:srgbClr val="1E1E1E"/>
                </a:solidFill>
                <a:latin typeface="Calibri"/>
              </a:rPr>
              <a:t>Fallback</a:t>
            </a:r>
            <a:r>
              <a:rPr sz="750">
                <a:solidFill>
                  <a:srgbClr val="646464"/>
                </a:solidFill>
                <a:latin typeface="Calibri"/>
              </a:rPr>
              <a:t>  AuthService: DB first, then in-memory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EB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8250"/>
                </a:solidFill>
                <a:latin typeface="Calibri"/>
              </a:defRPr>
            </a:pPr>
            <a:r>
              <a:t>Proof for Review:  Button Test Database Connection (JDBC) in Login Panel  to  SwingWorker (background thread)  to  DBConnection.testConnection()  to  Dialog Database Connected Successfully!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08  |  Collections, Generics &amp; Multithreading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InventoryService  |  AuthService  |  SwingWorker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2788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788920" cy="411480"/>
          </a:xfrm>
          <a:prstGeom prst="roundRect">
            <a:avLst>
              <a:gd name="adj" fmla="val 5000"/>
            </a:avLst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2788920" cy="18288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Collections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List&lt;Product&gt; getAllProducts()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Map&lt;Product,Integer&gt; (Cart concept)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ConcurrentHashMap&lt;Integer,Product&gt;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Collectors.groupingBy(category)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914400"/>
            <a:ext cx="2788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914400"/>
            <a:ext cx="2788920" cy="411480"/>
          </a:xfrm>
          <a:prstGeom prst="roundRect">
            <a:avLst>
              <a:gd name="adj" fmla="val 5000"/>
            </a:avLst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143000"/>
            <a:ext cx="2788920" cy="182880"/>
          </a:xfrm>
          <a:prstGeom prst="rect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960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Generics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Optional&lt;User&gt; getUserByEmail()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286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&lt;T extends Product&gt; void addProduct(T 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DAO&lt;T&gt; pattern with type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40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List&lt;Order&gt; with streams filter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914400"/>
            <a:ext cx="2788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914400"/>
            <a:ext cx="2788920" cy="411480"/>
          </a:xfrm>
          <a:prstGeom prst="roundRect">
            <a:avLst>
              <a:gd name="adj" fmla="val 5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143000"/>
            <a:ext cx="2788920" cy="182880"/>
          </a:xfrm>
          <a:prstGeom prst="rect">
            <a:avLst/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960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Multithreading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ExecutorService.newFixedThreadPool(4)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86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Future&lt;Boolean&gt; processOrderAsync()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synchronized updateStock()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40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SwingWorker for DB test (non-blocking UI)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914400"/>
            <a:ext cx="27889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783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72600" y="914400"/>
            <a:ext cx="2788920" cy="411480"/>
          </a:xfrm>
          <a:prstGeom prst="roundRect">
            <a:avLst>
              <a:gd name="adj" fmla="val 5000"/>
            </a:avLst>
          </a:prstGeom>
          <a:solidFill>
            <a:srgbClr val="78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1143000"/>
            <a:ext cx="2788920" cy="182880"/>
          </a:xfrm>
          <a:prstGeom prst="rect">
            <a:avLst/>
          </a:prstGeom>
          <a:solidFill>
            <a:srgbClr val="783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960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Synchronization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synchronized block on inventory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2860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ConcurrentHashMap thread-safe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0632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Prevents race on stock_quantity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8404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Executor shutdown handling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17220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F5F5FF"/>
          </a:solidFill>
          <a:ln w="1016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23620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3C78"/>
                </a:solidFill>
                <a:latin typeface="Consolas"/>
              </a:defRPr>
            </a:pPr>
            <a:r>
              <a:t>Example:  inventory.values().stream().filter(Product::isLowStock).collect(Collectors.toList())   to   lowStockProducts   |   groupByCategory() with Collectors.groupingBy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09  |  UI/UX Design - Swing Dashboards (Role-Based)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ECommerceGUI.java  |  CardLayout  |  JTables  |  Search &amp; Filter  |  Responsive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E6EB4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96012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9692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4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User Management: Table + Add/Edit/Delete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Product Management: All products +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Order Management: Status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System Activity: Real-time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399" y="86868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960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8250"/>
                </a:solidFill>
                <a:latin typeface="Calibri"/>
              </a:defRPr>
            </a:pPr>
            <a:r>
              <a:t>SELLER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599" y="96012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599" y="9692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4 Tabs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Product Listings: Create &amp; manage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Order Management: Fulfill seller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Inventory Overview: Low-stock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Sales Performance: Reports &amp; trends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38" y="868680"/>
            <a:ext cx="37033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B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8" y="960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45A00"/>
                </a:solidFill>
                <a:latin typeface="Calibri"/>
              </a:defRPr>
            </a:pPr>
            <a:r>
              <a:t>BUYER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38" y="960120"/>
            <a:ext cx="777240" cy="228600"/>
          </a:xfrm>
          <a:prstGeom prst="roundRect">
            <a:avLst>
              <a:gd name="adj" fmla="val 20000"/>
            </a:avLst>
          </a:prstGeom>
          <a:solidFill>
            <a:srgbClr val="B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38" y="96926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4 Tabs (Spec Exact)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38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1. Product Browsing History: Recently viewed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38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2. Order History: Past orders +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38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3. Wishlist: Favorites + price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38" y="2880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1E1E1E"/>
                </a:solidFill>
                <a:latin typeface="Calibri"/>
              </a:defRPr>
            </a:pPr>
            <a:r>
              <a:t>●  4. Account Overview: Details/payment/address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623560"/>
            <a:ext cx="1143000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Login Panel (Role-based routing)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6464"/>
                </a:solidFill>
                <a:latin typeface="Calibri"/>
              </a:defRPr>
            </a:pPr>
            <a:r>
              <a:t>3 Demo accounts:  admin@ecommerce.com / rahul@seller.com / amit@buyer.com  to  Auto-routes to correct dashboard  |  Test DB button (SwingWorker)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806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008250"/>
                </a:solidFill>
                <a:latin typeface="Calibri"/>
              </a:defRPr>
            </a:pPr>
            <a:r>
              <a:t>Responsive | Aesthetic | GUVI Branding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  |  Project Structure &amp; How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VS Code  |  GitHub  |  MySQL Workbench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5669280" cy="5029200"/>
          </a:xfrm>
          <a:prstGeom prst="roundRect">
            <a:avLst>
              <a:gd name="adj" fmla="val 5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8DCC8"/>
                </a:solidFill>
                <a:latin typeface="Consolas"/>
              </a:defRPr>
            </a:pPr>
            <a:r>
              <a:t>ecommerce-platform/</a:t>
            </a:r>
            <a:br/>
            <a:r>
              <a:t>├-- src/com/ecommerce/</a:t>
            </a:r>
            <a:br/>
            <a:r>
              <a:t>│   ├-- model/       User, Admin, Seller, Buyer, Product, Order</a:t>
            </a:r>
            <a:br/>
            <a:r>
              <a:t>│   ├-- dao/         UserDAO, ProductDAO, OrderDAO (interfaces)</a:t>
            </a:r>
            <a:br/>
            <a:r>
              <a:t>│   ├-- dao/impl/    UserDAOImpl, ProductDAOImpl, OrderDAOImpl</a:t>
            </a:r>
            <a:br/>
            <a:r>
              <a:t>│   ├-- service/     AuthService, InventoryService</a:t>
            </a:r>
            <a:br/>
            <a:r>
              <a:t>│   ├-- util/        DBConnection (Singleton)</a:t>
            </a:r>
            <a:br/>
            <a:r>
              <a:t>│   └-- ui/          ECommerceGUI.java</a:t>
            </a:r>
            <a:br/>
            <a:r>
              <a:t>├-- database/</a:t>
            </a:r>
            <a:br/>
            <a:r>
              <a:t>│   ├-- schema.sql   (DDL + dummy data)</a:t>
            </a:r>
            <a:br/>
            <a:r>
              <a:t>│   └-- er-diagram.png</a:t>
            </a:r>
            <a:br/>
            <a:r>
              <a:t>├-- lib/</a:t>
            </a:r>
            <a:br/>
            <a:r>
              <a:t>│   └-- mysql-connector-j-8.0.33.jar</a:t>
            </a:r>
            <a:br/>
            <a:r>
              <a:t>├-- docs/</a:t>
            </a:r>
            <a:br/>
            <a:r>
              <a:t>│   ├-- er-diagram.png</a:t>
            </a:r>
            <a:br/>
            <a:r>
              <a:t>│   └-- Review1_Presentation.pptx</a:t>
            </a:r>
            <a:br/>
            <a:r>
              <a:t>├-- bin/             (compiled .class)</a:t>
            </a:r>
            <a:br/>
            <a:r>
              <a:t>├-- run.bat          (one-click compile &amp; run)</a:t>
            </a:r>
            <a:br/>
            <a:r>
              <a:t>└--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C78"/>
                </a:solidFill>
                <a:latin typeface="Calibri"/>
              </a:defRPr>
            </a:pPr>
            <a:r>
              <a:t>How to Run (2 mins)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618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1. Database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1E1E"/>
                </a:solidFill>
                <a:latin typeface="Consolas"/>
              </a:defRPr>
            </a:pPr>
            <a:r>
              <a:t>mysql -u root -p &lt; database/schema.sql</a:t>
            </a:r>
            <a:br/>
            <a:r>
              <a:t># Or run in MySQL Workbench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591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2. Configure Credentials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786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1E1E"/>
                </a:solidFill>
                <a:latin typeface="Consolas"/>
              </a:defRPr>
            </a:pPr>
            <a:r>
              <a:t>Edit src/com/ecommerce/util/DBConnection.java</a:t>
            </a:r>
            <a:br/>
            <a:r>
              <a:t># URL: localhost:3306/ecommerce_db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564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3. Run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1E1E"/>
                </a:solidFill>
                <a:latin typeface="Consolas"/>
              </a:defRPr>
            </a:pPr>
            <a:r>
              <a:t>Double-click run.bat</a:t>
            </a:r>
            <a:br/>
            <a:r>
              <a:t># Or: java -cp bin;lib/* com.ecommerce.ui.ECommerceGUI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6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55371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3C78"/>
                </a:solidFill>
                <a:latin typeface="Calibri"/>
              </a:defRPr>
            </a:pPr>
            <a:r>
              <a:t>4. Login &amp;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7731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E1E1E"/>
                </a:solidFill>
                <a:latin typeface="Consolas"/>
              </a:defRPr>
            </a:pPr>
            <a:r>
              <a:t>Use demo credentials (no DB needed)</a:t>
            </a:r>
            <a:br/>
            <a:r>
              <a:t>Admin / Seller / Buyer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989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8250"/>
                </a:solidFill>
                <a:latin typeface="Calibri"/>
              </a:defRPr>
            </a:pPr>
            <a:r>
              <a:t>GitHub:  Public Repo  |  README with setup  |  .gitignore (bin/ excluded)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11  |  Review 1 Deliverables &amp; Next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B4D2FF"/>
                </a:solidFill>
                <a:latin typeface="Calibri"/>
              </a:defRPr>
            </a:pPr>
            <a:r>
              <a:t>GUVI  |  HCL 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4D2FF"/>
                </a:solidFill>
                <a:latin typeface="Calibri"/>
              </a:defRPr>
            </a:pPr>
            <a:r>
              <a:t>What is DONE vs What is NEXT - Clear roadmap to final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57150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250"/>
                </a:solidFill>
                <a:latin typeface="Calibri"/>
              </a:defRPr>
            </a:pPr>
            <a:r>
              <a:t>✓  REVIEW 1 - DONE (This Submission)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Project Structure:  Maven/VS Code layout, modular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Database Design:  6 tables, ER diagram, FK, schema.sql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DB Connectivity:  JDBC, DAO, PreparedStatement, Singleton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UI/UX Design:  Swing GUI, 3 dashboards, 12 tabs, search/filter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OOP &amp; Concepts:  Inheritance, Interfaces, Collections,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●  Documentation:  README, run.bat, PPT, ER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822960"/>
            <a:ext cx="548640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1E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960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3C78"/>
                </a:solidFill>
                <a:latin typeface="Calibri"/>
              </a:defRPr>
            </a:pPr>
            <a:r>
              <a:t>→  REVIEW 2 - NEXT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Full CRUD Integration:  Connect every UI action to DAO (DB live)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Validation &amp; Security:  Email format, password hash, input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Charts &amp; Reports:  JFreeChart for Inventory &amp; Sales graphs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Cart &amp; Checkout Flow:  End-to-end purchase with order creation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49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Testing &amp; Polish:  JUnit tests, exception handling,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43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E1E1E"/>
                </a:solidFill>
                <a:latin typeface="Calibri"/>
              </a:defRPr>
            </a:pPr>
            <a:r>
              <a:t>○  Deployment:  Runnable JAR + User 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6217920"/>
            <a:ext cx="11430000" cy="411480"/>
          </a:xfrm>
          <a:prstGeom prst="roundRect">
            <a:avLst>
              <a:gd name="adj" fmla="val 5000"/>
            </a:avLst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  Submission Checklist:   GitHub Public  |  README  |  schema.sql  |  ER Diagram  |  Screenshots (add after demo)  |  PPT  |  Code Comments &amp; Modular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1097280"/>
            <a:ext cx="4846320" cy="4846320"/>
          </a:xfrm>
          <a:prstGeom prst="ellipse">
            <a:avLst/>
          </a:prstGeom>
          <a:solidFill>
            <a:srgbClr val="28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517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D2FF"/>
                </a:solidFill>
                <a:latin typeface="Calibri"/>
              </a:defRPr>
            </a:pPr>
            <a:r>
              <a:t>Online E-Commerce Platform  - 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1089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CE6FF"/>
                </a:solidFill>
                <a:latin typeface="Calibri"/>
              </a:defRPr>
            </a:pPr>
            <a:r>
              <a:t>We have demonstrated Project Structure, Database Design,</a:t>
            </a:r>
            <a:br/>
            <a:r>
              <a:t>Database Connectivity (JDBC) and UI/UX Design as required.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977639"/>
            <a:ext cx="246888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3C78"/>
                </a:solidFill>
                <a:latin typeface="Calibri"/>
              </a:defRPr>
            </a:pPr>
            <a:r>
              <a:t>Ready for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B9DC"/>
                </a:solidFill>
                <a:latin typeface="Calibri"/>
              </a:defRPr>
            </a:pPr>
            <a:r>
              <a:t>© 2024 GUVI Geek Network Pvt. Ltd.  |  All rights reserved.  |  abhishek.25scse1010473@galgotiasuniversity.ac.in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E-Commerce Platform - Review 1</dc:title>
  <dc:subject/>
  <dc:creator>GUVI HCL Hackathon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